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ffa678e324999" /><Relationship Type="http://schemas.openxmlformats.org/officeDocument/2006/relationships/extended-properties" Target="/docProps/app.xml" Id="Rfef364f75e414d2c" /><Relationship Type="http://schemas.openxmlformats.org/officeDocument/2006/relationships/officeDocument" Target="/ppt/presentation.xml" Id="R6d7648ad7190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8512d795e4820"/>
  </p:sldMasterIdLst>
  <p:notesMasterIdLst>
    <p:notesMasterId xmlns:r="http://schemas.openxmlformats.org/officeDocument/2006/relationships" r:id="R43d288d29dc94c2d"/>
  </p:notesMasterIdLst>
  <p:sldIdLst>
    <p:sldId xmlns:r="http://schemas.openxmlformats.org/officeDocument/2006/relationships" id="256" r:id="R15d0fe7d46d54b27"/>
    <p:sldId xmlns:r="http://schemas.openxmlformats.org/officeDocument/2006/relationships" id="257" r:id="R933e87c5395146a3"/>
    <p:sldId xmlns:r="http://schemas.openxmlformats.org/officeDocument/2006/relationships" id="258" r:id="Rcc7c234c83bf49fb"/>
    <p:sldId xmlns:r="http://schemas.openxmlformats.org/officeDocument/2006/relationships" id="259" r:id="R1e9751f290854cc4"/>
    <p:sldId xmlns:r="http://schemas.openxmlformats.org/officeDocument/2006/relationships" id="260" r:id="R44830cb96d204b4d"/>
    <p:sldId xmlns:r="http://schemas.openxmlformats.org/officeDocument/2006/relationships" id="261" r:id="Rcfe1b5c0c6494dcf"/>
    <p:sldId xmlns:r="http://schemas.openxmlformats.org/officeDocument/2006/relationships" id="262" r:id="R23c4250a1ac24c1b"/>
    <p:sldId xmlns:r="http://schemas.openxmlformats.org/officeDocument/2006/relationships" id="263" r:id="Rb00ac37a05404538"/>
    <p:sldId xmlns:r="http://schemas.openxmlformats.org/officeDocument/2006/relationships" id="264" r:id="R0658aa933b2840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109e6d4b154820" /><Relationship Type="http://schemas.openxmlformats.org/officeDocument/2006/relationships/slideMaster" Target="/ppt/slideMasters/slideMaster1.xml" Id="R2fb8512d795e4820" /><Relationship Type="http://schemas.openxmlformats.org/officeDocument/2006/relationships/notesMaster" Target="/ppt/notesMasters/notesMaster1.xml" Id="R43d288d29dc94c2d" /><Relationship Type="http://schemas.openxmlformats.org/officeDocument/2006/relationships/presProps" Target="/ppt/presProps.xml" Id="R94000ad5056d43e1" /><Relationship Type="http://schemas.openxmlformats.org/officeDocument/2006/relationships/tableStyles" Target="/ppt/tableStyles.xml" Id="Rcef32474f81a468c" /><Relationship Type="http://schemas.openxmlformats.org/officeDocument/2006/relationships/slide" Target="/ppt/slides/slide1.xml" Id="R15d0fe7d46d54b27" /><Relationship Type="http://schemas.openxmlformats.org/officeDocument/2006/relationships/slide" Target="/ppt/slides/slide2.xml" Id="R933e87c5395146a3" /><Relationship Type="http://schemas.openxmlformats.org/officeDocument/2006/relationships/slide" Target="/ppt/slides/slide3.xml" Id="Rcc7c234c83bf49fb" /><Relationship Type="http://schemas.openxmlformats.org/officeDocument/2006/relationships/slide" Target="/ppt/slides/slide4.xml" Id="R1e9751f290854cc4" /><Relationship Type="http://schemas.openxmlformats.org/officeDocument/2006/relationships/slide" Target="/ppt/slides/slide5.xml" Id="R44830cb96d204b4d" /><Relationship Type="http://schemas.openxmlformats.org/officeDocument/2006/relationships/slide" Target="/ppt/slides/slide6.xml" Id="Rcfe1b5c0c6494dcf" /><Relationship Type="http://schemas.openxmlformats.org/officeDocument/2006/relationships/slide" Target="/ppt/slides/slide7.xml" Id="R23c4250a1ac24c1b" /><Relationship Type="http://schemas.openxmlformats.org/officeDocument/2006/relationships/slide" Target="/ppt/slides/slide8.xml" Id="Rb00ac37a05404538" /><Relationship Type="http://schemas.openxmlformats.org/officeDocument/2006/relationships/slide" Target="/ppt/slides/slide9.xml" Id="R0658aa933b2840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09b5df39c41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a40e50f33435c" /><Relationship Type="http://schemas.openxmlformats.org/officeDocument/2006/relationships/notesMaster" Target="/ppt/notesMasters/notesMaster1.xml" Id="R1abbb4ffbc4642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565afd53c4595" /><Relationship Type="http://schemas.openxmlformats.org/officeDocument/2006/relationships/notesMaster" Target="/ppt/notesMasters/notesMaster1.xml" Id="R561ec20be05545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863b32a4b24494" /><Relationship Type="http://schemas.openxmlformats.org/officeDocument/2006/relationships/notesMaster" Target="/ppt/notesMasters/notesMaster1.xml" Id="Ra88874ce4ead44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729d414194fcc" /><Relationship Type="http://schemas.openxmlformats.org/officeDocument/2006/relationships/notesMaster" Target="/ppt/notesMasters/notesMaster1.xml" Id="R394b806000af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e0d9ec1164114" /><Relationship Type="http://schemas.openxmlformats.org/officeDocument/2006/relationships/notesMaster" Target="/ppt/notesMasters/notesMaster1.xml" Id="R90338777974a4e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c01a31b114f0e" /><Relationship Type="http://schemas.openxmlformats.org/officeDocument/2006/relationships/notesMaster" Target="/ppt/notesMasters/notesMaster1.xml" Id="R428e90d4e4344a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5ad06813f441e3" /><Relationship Type="http://schemas.openxmlformats.org/officeDocument/2006/relationships/notesMaster" Target="/ppt/notesMasters/notesMaster1.xml" Id="R283ad1abbbe143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e173f9358f41df" /><Relationship Type="http://schemas.openxmlformats.org/officeDocument/2006/relationships/notesMaster" Target="/ppt/notesMasters/notesMaster1.xml" Id="R4e011246c81d47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e96991bd53453c" /><Relationship Type="http://schemas.openxmlformats.org/officeDocument/2006/relationships/notesMaster" Target="/ppt/notesMasters/notesMaster1.xml" Id="R239f2410208e46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39674ed9a4d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7d8f8c18a04a40" /><Relationship Type="http://schemas.openxmlformats.org/officeDocument/2006/relationships/slideLayout" Target="/ppt/slideLayouts/slideLayout1.xml" Id="Rfd88a5388268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8a5388268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29a7684224a78" /><Relationship Type="http://schemas.openxmlformats.org/officeDocument/2006/relationships/image" Target="/ppt/media/image.png" Id="Re1fb459da07243bb" /><Relationship Type="http://schemas.openxmlformats.org/officeDocument/2006/relationships/notesSlide" Target="/ppt/notesSlides/notesSlide1.xml" Id="R93208b491e78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8026182e14b14" /><Relationship Type="http://schemas.openxmlformats.org/officeDocument/2006/relationships/image" Target="/ppt/media/image2.png" Id="Rf948de96c7474d93" /><Relationship Type="http://schemas.openxmlformats.org/officeDocument/2006/relationships/notesSlide" Target="/ppt/notesSlides/notesSlide2.xml" Id="Rc7cd32ce91f1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7095c59c649cb" /><Relationship Type="http://schemas.openxmlformats.org/officeDocument/2006/relationships/image" Target="/ppt/media/image3.png" Id="R0de4b2912637489d" /><Relationship Type="http://schemas.openxmlformats.org/officeDocument/2006/relationships/notesSlide" Target="/ppt/notesSlides/notesSlide3.xml" Id="R672b2dffba8146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36a6c92fc4151" /><Relationship Type="http://schemas.openxmlformats.org/officeDocument/2006/relationships/image" Target="/ppt/media/image4.png" Id="R1e8b4ecc1f5c46f8" /><Relationship Type="http://schemas.openxmlformats.org/officeDocument/2006/relationships/notesSlide" Target="/ppt/notesSlides/notesSlide4.xml" Id="R90135d805d2247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a87537eb4644" /><Relationship Type="http://schemas.openxmlformats.org/officeDocument/2006/relationships/notesSlide" Target="/ppt/notesSlides/notesSlide5.xml" Id="Rf16e8f5a0285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5b84bf9b4dc3" /><Relationship Type="http://schemas.openxmlformats.org/officeDocument/2006/relationships/image" Target="/ppt/media/image5.png" Id="R5b6ce2289df14cea" /><Relationship Type="http://schemas.openxmlformats.org/officeDocument/2006/relationships/notesSlide" Target="/ppt/notesSlides/notesSlide6.xml" Id="Re4d64c654aca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7bc284efb433d" /><Relationship Type="http://schemas.openxmlformats.org/officeDocument/2006/relationships/image" Target="/ppt/media/image6.png" Id="R38d62a010a7146b6" /><Relationship Type="http://schemas.openxmlformats.org/officeDocument/2006/relationships/image" Target="/ppt/media/image7.png" Id="R06bfb5d3143d4fd1" /><Relationship Type="http://schemas.openxmlformats.org/officeDocument/2006/relationships/notesSlide" Target="/ppt/notesSlides/notesSlide7.xml" Id="R1d24fa51496b44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e9a46458f4468" /><Relationship Type="http://schemas.openxmlformats.org/officeDocument/2006/relationships/image" Target="/ppt/media/image8.png" Id="R66799f23907f4143" /><Relationship Type="http://schemas.openxmlformats.org/officeDocument/2006/relationships/notesSlide" Target="/ppt/notesSlides/notesSlide8.xml" Id="Rac7e02a789884a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9d6f9504a4a66" /><Relationship Type="http://schemas.openxmlformats.org/officeDocument/2006/relationships/notesSlide" Target="/ppt/notesSlides/notesSlide9.xml" Id="Rd7b09de6987049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83065-C005-45BC-8E5B-B5CF488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FE4D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E4DE"/>
                </a:solidFill>
                <a:latin typeface="Arial"/>
                <a:ea typeface="Arial"/>
                <a:cs typeface="Arial"/>
              </a:rPr>
              <a:t>HM TASKMANAGER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9567F-AE5F-4B88-A0CA-AE7164D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Simple User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76C8A-D324-425D-ACB8-528C7E7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7F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7F7"/>
                </a:solidFill>
                <a:latin typeface="Arial"/>
                <a:ea typeface="Arial"/>
                <a:cs typeface="Arial"/>
              </a:rPr>
              <a:t>Hotel maintenance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D5510-AB8F-43BC-AF89-EDDC88A3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Login, review work, manage tasks and track progress across authorized hotels.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15E76-FC45-4894-9365-FEFF20F2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Prepared for hotel managers and maintenance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73AF1-033B-47C7-84AE-7206F415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5300"/>
            <a:ext cx="4914900" cy="5867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b459da07243bb"/>
          <a:srcRect xmlns:a="http://schemas.openxmlformats.org/drawingml/2006/main" l="23873" t="0" r="238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23875"/>
            <a:ext cx="4857750" cy="58102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</p:spTree>
    <p:extLst>
      <p:ext uri="{BB962C8B-B14F-4D97-AF65-F5344CB8AC3E}">
        <p14:creationId xmlns:p14="http://schemas.microsoft.com/office/powerpoint/2010/main" val="1281464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40550-FDBB-4142-B6D3-77EDA42C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Secure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4266E-E358-4807-A284-E3598BC4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Sign in with email and select the hotel context when prompted.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26E62-D38F-4426-8818-07976E4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2CA9C-DDC9-4A1D-9A56-759C45B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47800"/>
            <a:ext cx="624840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8de96c7474d93"/>
          <a:stretch xmlns:a="http://schemas.openxmlformats.org/drawingml/2006/main"/>
        </p:blipFill>
        <p:spPr>
          <a:xfrm xmlns:a="http://schemas.openxmlformats.org/drawingml/2006/main">
            <a:off x="609600" y="1779984"/>
            <a:ext cx="6191250" cy="3869531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AB9A4-2BC5-4B26-8E17-1977440A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79C63-6290-4B74-9023-CEB48B6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Enter your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A5ACB-B755-4042-9B75-DEA771B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24075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 the email assigned by the system administrator.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99226-9642-4959-9D2A-045EF54B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91088-DBAD-43B8-B6C1-11A817A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05125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Enter your password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8D863-88E1-4CDA-B050-51FA2EFF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19450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Temporary passwords should be changed after first access.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64A66-41E7-4AF6-BD8A-5582E94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7C6B6-2B81-4CD5-B3B2-3E4C68A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0050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Confirm the hotel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91B08-89E4-474A-AF9F-459CA553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14825"/>
            <a:ext cx="358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Users see only their authorized hotels. Administrators can view the full portfolio.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91988-6E55-4DC1-B805-899AA48C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1431484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7DD5B-CEDC-479A-AD24-5F072CB3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Management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1B113-FE61-4E74-99C3-AA68F39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The opening screen summarizes workload, risk and service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A488B-6B6D-4F0D-9DD4-F57C5703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240B7-D59D-4BFE-A59F-2A57963C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52550"/>
            <a:ext cx="7343775" cy="4819650"/>
          </a:xfrm>
          <a:prstGeom xmlns:a="http://schemas.openxmlformats.org/drawingml/2006/main" prst="roundRect">
            <a:avLst>
              <a:gd name="adj" fmla="val 2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4b2912637489d"/>
          <a:stretch xmlns:a="http://schemas.openxmlformats.org/drawingml/2006/main"/>
        </p:blipFill>
        <p:spPr>
          <a:xfrm xmlns:a="http://schemas.openxmlformats.org/drawingml/2006/main">
            <a:off x="2547803" y="1381125"/>
            <a:ext cx="3219718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D2392-A973-4F88-B28D-C84D8C55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Read this screen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9714A-E102-4A5D-9FD2-82ADF560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Active backlog shows unfinished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Overdue identifies orders past their expected completion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On-time completion and resolution time show service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Use the user filter to review an individual workload.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D88E0-F963-4DCA-BBE7-9BF6C1F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1125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8F5F4"/>
          </a:solidFill>
          <a:ln xmlns:a="http://schemas.openxmlformats.org/drawingml/2006/main" w="9525">
            <a:solidFill>
              <a:srgbClr val="B8E1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54CBE-EF08-41E1-A0BF-107EDCAD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054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8E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E9E"/>
                </a:solidFill>
                <a:latin typeface="Arial"/>
                <a:ea typeface="Arial"/>
                <a:cs typeface="Arial"/>
              </a:rPr>
              <a:t>The conclusion highlights the action that needs management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34F00-F5F9-40BB-AF7C-41203D81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429411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82AEC-CE87-4AFC-9ABA-C216EB8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Work order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5982F-E8E4-4CB6-A8E7-981A7140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Search, filter and manage every maintenance request from one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374A3-1B67-49E4-AAA2-3812EA8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7F8BB-9E46-4850-BBBD-D0645AF4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7200900" cy="4581525"/>
          </a:xfrm>
          <a:prstGeom xmlns:a="http://schemas.openxmlformats.org/drawingml/2006/main" prst="roundRect">
            <a:avLst>
              <a:gd name="adj" fmla="val 2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b4ecc1f5c46f8"/>
          <a:stretch xmlns:a="http://schemas.openxmlformats.org/drawingml/2006/main"/>
        </p:blipFill>
        <p:spPr>
          <a:xfrm xmlns:a="http://schemas.openxmlformats.org/drawingml/2006/main">
            <a:off x="522166" y="1428750"/>
            <a:ext cx="7128118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786D5-16DA-4D43-AA69-D81F0A6B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B3ABE-614E-4BBA-8097-03D76D66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61925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90851-41AC-4A3C-B2A3-94FF6C4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3357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Select New Work Order and enter title, location, priority, dates and tasks.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30EDD-4D2B-4ED4-A1ED-F1C93857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1462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C8BF0-2C3C-4103-8AC6-95DCC30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1462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67398-32A7-4B0C-8A93-2E1E3BC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02895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Use the eye icon for details. Administrators can filter by hotel.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8DB25-020C-42EB-8A84-E54D2DB5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68563-6DA8-4311-BD60-DE16B37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10000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C1626-41CC-4A7A-9EB3-BFDB7A3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24325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Edit the order, manage tasks or open Change Status from the action icons.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1A54F-1A03-450F-803D-D6839FBF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05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3F347-8288-490D-8C58-F5867E83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905375"/>
            <a:ext cx="2962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Track 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844E9-02E6-47E8-9E6E-619142FF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219700"/>
            <a:ext cx="2962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Red dates identify overdue work that still needs attention.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B47D9-9F93-4094-BE77-982F25A2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1571779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97B71D-03C1-4C21-AF1D-EF2C0BD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Tasks and status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B080D-8C36-467B-93CC-BA1A7B4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Each work order contains the specific tasks required to finish the job.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49A3E-20F7-4C91-828D-257BDA5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0B15A-CE61-4D11-A25A-C58943B7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84BC0-8EA9-4008-9CB5-64B276C3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Task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EDCAC-3D39-4E4D-B738-7B6C4D15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095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Each task has a status and an optional responsible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TO DO means work has not started.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IN PROGRESS identifies active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COMPLETED closes the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CANCELLED records work removed from scope.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BCE96-CF96-4479-866C-83D2EBB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4000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9525">
            <a:solidFill>
              <a:srgbClr val="F1D5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B1B8B-7DD2-4B7D-94EA-2AD635D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3872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62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5A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5A00"/>
                </a:solidFill>
                <a:latin typeface="Arial"/>
                <a:ea typeface="Arial"/>
                <a:cs typeface="Arial"/>
              </a:rPr>
              <a:t>A work order can finish only when every task is COMPLETED.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D31CB-B60F-423B-89CA-23181EEF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14350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D50"/>
          </a:solidFill>
          <a:ln xmlns:a="http://schemas.openxmlformats.org/drawingml/2006/main" w="9525">
            <a:solidFill>
              <a:srgbClr val="102D5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00E6-4F95-4B40-8192-23D0D613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Header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E5400-FF70-4CAC-BED4-256BBAB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00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ASSIGNED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IN PROGRESS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ON HOLD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DCEB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EBFA"/>
                </a:solidFill>
                <a:latin typeface="Arial"/>
                <a:ea typeface="Arial"/>
                <a:cs typeface="Arial"/>
              </a:rPr>
              <a:t>COMPLETED or CANCELLED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F2F3-755A-430B-825B-011C5E4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95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Assignment selects the worker.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Starting work requires at least one open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Hold requires a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Completion requires a comment and all tasks completed.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C669B-3530-4B35-A67E-651A8F4B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2133931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3A040-B9DA-444C-96ED-69C42D2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Work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E5F82-CE1E-433E-B88F-84B2D4C9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The board provides a visual view of work by status and hotel.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B6AF-C5A2-4CAB-B84C-4A69CD0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DEE21-1A2A-4BB1-8FBA-0A4AF33B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581900" cy="4819650"/>
          </a:xfrm>
          <a:prstGeom xmlns:a="http://schemas.openxmlformats.org/drawingml/2006/main" prst="roundRect">
            <a:avLst>
              <a:gd name="adj" fmla="val 2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ce2289df14cea"/>
          <a:stretch xmlns:a="http://schemas.openxmlformats.org/drawingml/2006/main"/>
        </p:blipFill>
        <p:spPr>
          <a:xfrm xmlns:a="http://schemas.openxmlformats.org/drawingml/2006/main">
            <a:off x="1259310" y="1381125"/>
            <a:ext cx="5863379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5DD1E-445A-4484-A3BF-3A73300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Daily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E9E73-2CC6-47D5-B13A-9F22CC56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Filter by hotel when working as an administrator.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Drag a card to the next valid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Click a card to update its tasks and responsible workers.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The card displays pending tasks, total tasks and completion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Card colour matches the status lane.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15D7E-833F-4DEB-AFAA-ADBF0494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1220163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1EEE1-C17F-475C-8A6F-4372AFC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Locations and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7F55C-D6E5-469D-A94D-D2991A54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Master records keep work orders consistent and easy to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FB27B-501A-4830-BC82-2364F498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9870A-7615-46AC-B04B-BD9B5D4E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4387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62a010a7146b6"/>
          <a:stretch xmlns:a="http://schemas.openxmlformats.org/drawingml/2006/main"/>
        </p:blipFill>
        <p:spPr>
          <a:xfrm xmlns:a="http://schemas.openxmlformats.org/drawingml/2006/main">
            <a:off x="523875" y="1721082"/>
            <a:ext cx="5381625" cy="3415837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17242-35D4-4544-9AFA-64BA03D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43050"/>
            <a:ext cx="5438775" cy="37719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fb5d3143d4fd1"/>
          <a:stretch xmlns:a="http://schemas.openxmlformats.org/drawingml/2006/main"/>
        </p:blipFill>
        <p:spPr>
          <a:xfrm xmlns:a="http://schemas.openxmlformats.org/drawingml/2006/main">
            <a:off x="6286500" y="1721082"/>
            <a:ext cx="5381625" cy="3415837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6D63F-C998-4F05-88A0-09A2CE45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Locations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CE14B-4A82-4BC5-BC39-4A33AA8D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5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Buildings, floors, rooms and operational areas.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B415B-6C4A-4BFD-9BC8-901E9B6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72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Maintenance categories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00A5B-32E9-47BC-96B7-E4405746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57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Standard work types with default priority and colour.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CBD72-CBC7-4788-B2EB-E2C61B62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2025203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0CD2E-A860-4F61-8DF2-2F733CDE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A5BD6-EE74-4931-A9C8-B4C1416F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Assets connect maintenance history to hotel equipment.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EF9B4-C435-4B00-899B-EAF7EE1D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9575"/>
            <a:ext cx="33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7D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DF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584DE-7AF7-4028-A16F-35FEECBD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7153275" cy="46291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99f23907f4143"/>
          <a:stretch xmlns:a="http://schemas.openxmlformats.org/drawingml/2006/main"/>
        </p:blipFill>
        <p:spPr>
          <a:xfrm xmlns:a="http://schemas.openxmlformats.org/drawingml/2006/main">
            <a:off x="523875" y="1510341"/>
            <a:ext cx="7096125" cy="4504068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E6AA2-814F-4764-A301-C12A73C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D5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50"/>
                </a:solidFill>
                <a:latin typeface="Arial"/>
                <a:ea typeface="Arial"/>
                <a:cs typeface="Arial"/>
              </a:rPr>
              <a:t>Asset records include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365CB-E52A-4A21-A0B5-E8C7F2D4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2857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Asset tag and name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Hotel location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Maintenance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Manufacturer and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23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D"/>
                </a:solidFill>
                <a:latin typeface="Arial"/>
                <a:ea typeface="Arial"/>
                <a:cs typeface="Arial"/>
              </a:rPr>
              <a:t>Operational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83A0F-48DC-411E-AD53-57125CCF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95875"/>
            <a:ext cx="304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B8DF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AF0F8-F7A9-478C-9126-94436006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006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8E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8E9E"/>
                </a:solidFill>
                <a:latin typeface="Arial"/>
                <a:ea typeface="Arial"/>
                <a:cs typeface="Arial"/>
              </a:rPr>
              <a:t>Linking work orders to assets helps identify repeat failures.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1EB48-A38D-4AF4-B0C2-0506C4A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F8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F82"/>
                </a:solidFill>
                <a:latin typeface="Arial"/>
                <a:ea typeface="Arial"/>
                <a:cs typeface="Arial"/>
              </a:rPr>
              <a:t>HM TaskManager · Simple User Guide</a:t>
            </a:r>
          </a:p>
        </p:txBody>
      </p:sp>
    </p:spTree>
    <p:extLst>
      <p:ext uri="{BB962C8B-B14F-4D97-AF65-F5344CB8AC3E}">
        <p14:creationId xmlns:p14="http://schemas.microsoft.com/office/powerpoint/2010/main" val="1316989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D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840E8-227E-434C-A765-4AC5B32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Daily operating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C1987-024C-4AF8-9196-5427208B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A simple sequence for managers and technicians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F1F41-18D0-4355-A489-0D4BCE3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7C79B-910F-4779-BC90-4C6789B8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the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5A370-F8C1-4C91-961C-3350833B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193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EA"/>
                </a:solidFill>
                <a:latin typeface="Arial"/>
                <a:ea typeface="Arial"/>
                <a:cs typeface="Arial"/>
              </a:rPr>
              <a:t>Check backlog, overdue work and the management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D0971-D781-4E38-847B-D932E5A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BCBFE-C47C-4D81-B2BE-9E5A012A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050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Work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9B72D-F077-4DAA-AC26-EBEA4B79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19325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EA"/>
                </a:solidFill>
                <a:latin typeface="Arial"/>
                <a:ea typeface="Arial"/>
                <a:cs typeface="Arial"/>
              </a:rPr>
              <a:t>Create new requests and confirm location, dates and task scope.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BA28C-F0C5-4FDE-AF57-A628603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3E697-7C14-4A8E-95A7-031B705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13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Assign and 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DF378-5175-44B7-81C5-439D1EBF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EA"/>
                </a:solidFill>
                <a:latin typeface="Arial"/>
                <a:ea typeface="Arial"/>
                <a:cs typeface="Arial"/>
              </a:rPr>
              <a:t>Select the worker, keep at least one task open and move work to IN PROGRESS.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C5658-801E-449A-B18B-73BD3FB1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E43E1-7B55-49E8-9965-4C6C514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813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FF3C8-8328-4463-B320-A4DA1F84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424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EA"/>
                </a:solidFill>
                <a:latin typeface="Arial"/>
                <a:ea typeface="Arial"/>
                <a:cs typeface="Arial"/>
              </a:rPr>
              <a:t>Record progress from the list or by clicking the card in Work Board.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C2B62-560A-4259-B574-E6D5B09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17122-E9FB-4C47-A241-6362D41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05375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the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A0C43-0606-4497-A4E4-EC3633B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19700"/>
            <a:ext cx="443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E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EA"/>
                </a:solidFill>
                <a:latin typeface="Arial"/>
                <a:ea typeface="Arial"/>
                <a:cs typeface="Arial"/>
              </a:rPr>
              <a:t>Complete every task, add the completion comment and close the work order.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1B7B5-CD40-4883-B068-4E6BCD2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DE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DE3"/>
                </a:solidFill>
                <a:latin typeface="Arial"/>
                <a:ea typeface="Arial"/>
                <a:cs typeface="Arial"/>
              </a:rPr>
              <a:t>HM TaskManager</a:t>
            </a:r>
          </a:p>
        </p:txBody>
      </p:sp>
    </p:spTree>
    <p:extLst>
      <p:ext uri="{BB962C8B-B14F-4D97-AF65-F5344CB8AC3E}">
        <p14:creationId xmlns:p14="http://schemas.microsoft.com/office/powerpoint/2010/main" val="9505564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2026-09-04T23:14:14.8550000Z</dcterms:created>
  <dcterms:modified xsi:type="dcterms:W3CDTF">2026-09-04T23:14:14.8550000Z</dcterms:modified>
</coreProperties>
</file>