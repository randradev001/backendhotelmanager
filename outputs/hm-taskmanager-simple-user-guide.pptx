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f05b2ce5e49bb" /><Relationship Type="http://schemas.openxmlformats.org/officeDocument/2006/relationships/extended-properties" Target="/docProps/app.xml" Id="R6655920851cf4869" /><Relationship Type="http://schemas.openxmlformats.org/officeDocument/2006/relationships/officeDocument" Target="/ppt/presentation.xml" Id="Rb57efc0bd3de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295cb2507d413b"/>
  </p:sldMasterIdLst>
  <p:notesMasterIdLst>
    <p:notesMasterId xmlns:r="http://schemas.openxmlformats.org/officeDocument/2006/relationships" r:id="R07976ab648a3417b"/>
  </p:notesMasterIdLst>
  <p:sldIdLst>
    <p:sldId xmlns:r="http://schemas.openxmlformats.org/officeDocument/2006/relationships" id="256" r:id="R05ed859ca6c04fae"/>
    <p:sldId xmlns:r="http://schemas.openxmlformats.org/officeDocument/2006/relationships" id="257" r:id="Rad115590a263479c"/>
    <p:sldId xmlns:r="http://schemas.openxmlformats.org/officeDocument/2006/relationships" id="258" r:id="Rad97391cab43463c"/>
    <p:sldId xmlns:r="http://schemas.openxmlformats.org/officeDocument/2006/relationships" id="259" r:id="R068a7f5d107f409c"/>
    <p:sldId xmlns:r="http://schemas.openxmlformats.org/officeDocument/2006/relationships" id="260" r:id="R9f22356a19e04aa6"/>
    <p:sldId xmlns:r="http://schemas.openxmlformats.org/officeDocument/2006/relationships" id="261" r:id="R45d5b30870c4485f"/>
    <p:sldId xmlns:r="http://schemas.openxmlformats.org/officeDocument/2006/relationships" id="262" r:id="R151a149f08914e2b"/>
    <p:sldId xmlns:r="http://schemas.openxmlformats.org/officeDocument/2006/relationships" id="263" r:id="Rf939178fbabe411c"/>
    <p:sldId xmlns:r="http://schemas.openxmlformats.org/officeDocument/2006/relationships" id="264" r:id="R95363eb90dca4f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c26d09971c4f59" /><Relationship Type="http://schemas.openxmlformats.org/officeDocument/2006/relationships/slideMaster" Target="/ppt/slideMasters/slideMaster1.xml" Id="R2c295cb2507d413b" /><Relationship Type="http://schemas.openxmlformats.org/officeDocument/2006/relationships/notesMaster" Target="/ppt/notesMasters/notesMaster1.xml" Id="R07976ab648a3417b" /><Relationship Type="http://schemas.openxmlformats.org/officeDocument/2006/relationships/presProps" Target="/ppt/presProps.xml" Id="R2e74732c56144ed9" /><Relationship Type="http://schemas.openxmlformats.org/officeDocument/2006/relationships/tableStyles" Target="/ppt/tableStyles.xml" Id="Rf66739bbc1ff4c0f" /><Relationship Type="http://schemas.openxmlformats.org/officeDocument/2006/relationships/slide" Target="/ppt/slides/slide1.xml" Id="R05ed859ca6c04fae" /><Relationship Type="http://schemas.openxmlformats.org/officeDocument/2006/relationships/slide" Target="/ppt/slides/slide2.xml" Id="Rad115590a263479c" /><Relationship Type="http://schemas.openxmlformats.org/officeDocument/2006/relationships/slide" Target="/ppt/slides/slide3.xml" Id="Rad97391cab43463c" /><Relationship Type="http://schemas.openxmlformats.org/officeDocument/2006/relationships/slide" Target="/ppt/slides/slide4.xml" Id="R068a7f5d107f409c" /><Relationship Type="http://schemas.openxmlformats.org/officeDocument/2006/relationships/slide" Target="/ppt/slides/slide5.xml" Id="R9f22356a19e04aa6" /><Relationship Type="http://schemas.openxmlformats.org/officeDocument/2006/relationships/slide" Target="/ppt/slides/slide6.xml" Id="R45d5b30870c4485f" /><Relationship Type="http://schemas.openxmlformats.org/officeDocument/2006/relationships/slide" Target="/ppt/slides/slide7.xml" Id="R151a149f08914e2b" /><Relationship Type="http://schemas.openxmlformats.org/officeDocument/2006/relationships/slide" Target="/ppt/slides/slide8.xml" Id="Rf939178fbabe411c" /><Relationship Type="http://schemas.openxmlformats.org/officeDocument/2006/relationships/slide" Target="/ppt/slides/slide9.xml" Id="R95363eb90dca4f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6567033101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15fb64cf54d96" /><Relationship Type="http://schemas.openxmlformats.org/officeDocument/2006/relationships/notesMaster" Target="/ppt/notesMasters/notesMaster1.xml" Id="R667c88ca101b46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6a33794e147b7" /><Relationship Type="http://schemas.openxmlformats.org/officeDocument/2006/relationships/notesMaster" Target="/ppt/notesMasters/notesMaster1.xml" Id="R6ad8ccc3624341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cdec3f7d04a7f" /><Relationship Type="http://schemas.openxmlformats.org/officeDocument/2006/relationships/notesMaster" Target="/ppt/notesMasters/notesMaster1.xml" Id="R62298f254c254b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1795f4eb86475e" /><Relationship Type="http://schemas.openxmlformats.org/officeDocument/2006/relationships/notesMaster" Target="/ppt/notesMasters/notesMaster1.xml" Id="R5808f39dc2df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071d6db7b74809" /><Relationship Type="http://schemas.openxmlformats.org/officeDocument/2006/relationships/notesMaster" Target="/ppt/notesMasters/notesMaster1.xml" Id="Rc8ec6d80a78c47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07fbf847046f0" /><Relationship Type="http://schemas.openxmlformats.org/officeDocument/2006/relationships/notesMaster" Target="/ppt/notesMasters/notesMaster1.xml" Id="R54dbdae6a63140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59ea2c5f134db2" /><Relationship Type="http://schemas.openxmlformats.org/officeDocument/2006/relationships/notesMaster" Target="/ppt/notesMasters/notesMaster1.xml" Id="Ra951c5bfca2a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a3b3b464c44f48" /><Relationship Type="http://schemas.openxmlformats.org/officeDocument/2006/relationships/notesMaster" Target="/ppt/notesMasters/notesMaster1.xml" Id="Rd53b6ed965ac41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80547f4d234bce" /><Relationship Type="http://schemas.openxmlformats.org/officeDocument/2006/relationships/notesMaster" Target="/ppt/notesMasters/notesMaster1.xml" Id="R9f63f4ed38b943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79324a3a844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4b10c780a4a05" /><Relationship Type="http://schemas.openxmlformats.org/officeDocument/2006/relationships/slideLayout" Target="/ppt/slideLayouts/slideLayout1.xml" Id="R3e9d51178c6848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d51178c6848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03fd479ff49ec" /><Relationship Type="http://schemas.openxmlformats.org/officeDocument/2006/relationships/image" Target="/ppt/media/image.png" Id="R9454371efe8a4e89" /><Relationship Type="http://schemas.openxmlformats.org/officeDocument/2006/relationships/notesSlide" Target="/ppt/notesSlides/notesSlide1.xml" Id="R9082458bf21c44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98a62ba3f4987" /><Relationship Type="http://schemas.openxmlformats.org/officeDocument/2006/relationships/image" Target="/ppt/media/image2.png" Id="R0e95297326354ead" /><Relationship Type="http://schemas.openxmlformats.org/officeDocument/2006/relationships/notesSlide" Target="/ppt/notesSlides/notesSlide2.xml" Id="R46fe071091af47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f523864fa4d6a" /><Relationship Type="http://schemas.openxmlformats.org/officeDocument/2006/relationships/image" Target="/ppt/media/image3.png" Id="Ree7955b8c9af41f4" /><Relationship Type="http://schemas.openxmlformats.org/officeDocument/2006/relationships/notesSlide" Target="/ppt/notesSlides/notesSlide3.xml" Id="R955e28cd7873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523d58e7d482c" /><Relationship Type="http://schemas.openxmlformats.org/officeDocument/2006/relationships/image" Target="/ppt/media/image4.png" Id="R5541edf07f0945f2" /><Relationship Type="http://schemas.openxmlformats.org/officeDocument/2006/relationships/notesSlide" Target="/ppt/notesSlides/notesSlide4.xml" Id="R2577768df5b041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1af6d93994420" /><Relationship Type="http://schemas.openxmlformats.org/officeDocument/2006/relationships/notesSlide" Target="/ppt/notesSlides/notesSlide5.xml" Id="Rb62b1461a61844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68ce94b9e4bd1" /><Relationship Type="http://schemas.openxmlformats.org/officeDocument/2006/relationships/image" Target="/ppt/media/image5.png" Id="Rcb43d416c1e247ed" /><Relationship Type="http://schemas.openxmlformats.org/officeDocument/2006/relationships/notesSlide" Target="/ppt/notesSlides/notesSlide6.xml" Id="R9a72df98b57349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25dfbdc674cf5" /><Relationship Type="http://schemas.openxmlformats.org/officeDocument/2006/relationships/image" Target="/ppt/media/image6.png" Id="R84acd650da674555" /><Relationship Type="http://schemas.openxmlformats.org/officeDocument/2006/relationships/image" Target="/ppt/media/image7.png" Id="R4884494b47864f6d" /><Relationship Type="http://schemas.openxmlformats.org/officeDocument/2006/relationships/notesSlide" Target="/ppt/notesSlides/notesSlide7.xml" Id="Rc14e50675e9843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7f57bba244924" /><Relationship Type="http://schemas.openxmlformats.org/officeDocument/2006/relationships/image" Target="/ppt/media/image8.png" Id="R2e2491bb00ec4846" /><Relationship Type="http://schemas.openxmlformats.org/officeDocument/2006/relationships/notesSlide" Target="/ppt/notesSlides/notesSlide8.xml" Id="Rd5ef3894d2b34d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0b55ecbba46c2" /><Relationship Type="http://schemas.openxmlformats.org/officeDocument/2006/relationships/notesSlide" Target="/ppt/notesSlides/notesSlide9.xml" Id="R478a70a6365e4d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580FD-C01D-478E-9920-470BA31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FE4D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E4DE"/>
                </a:solidFill>
                <a:latin typeface="Arial"/>
                <a:ea typeface="Arial"/>
                <a:cs typeface="Arial"/>
              </a:rPr>
              <a:t>HM TASKMANAGER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34461-2BEC-400E-A268-D8432B6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Simple User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7422-AF36-4CCF-923B-4960106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7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7F7"/>
                </a:solidFill>
                <a:latin typeface="Arial"/>
                <a:ea typeface="Arial"/>
                <a:cs typeface="Arial"/>
              </a:rPr>
              <a:t>Hotel maintenance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CED66-361B-4020-A4E3-50852677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Login, review work, manage tasks and track progress across authorized hotels.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A3D3E-827E-4A35-90D6-0B4170B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DE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DE3"/>
                </a:solidFill>
                <a:latin typeface="Arial"/>
                <a:ea typeface="Arial"/>
                <a:cs typeface="Arial"/>
              </a:rPr>
              <a:t>Prepared for hotel managers and maintenance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3F76A-AD14-463A-877E-8DCF7050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95300"/>
            <a:ext cx="4914900" cy="5867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4371efe8a4e89"/>
          <a:srcRect xmlns:a="http://schemas.openxmlformats.org/drawingml/2006/main" l="23873" t="0" r="23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23875"/>
            <a:ext cx="4857750" cy="58102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</p:spTree>
    <p:extLst>
      <p:ext uri="{BB962C8B-B14F-4D97-AF65-F5344CB8AC3E}">
        <p14:creationId xmlns:p14="http://schemas.microsoft.com/office/powerpoint/2010/main" val="331223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ED345-EDF6-4399-9125-4E093F51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Secure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114E4-EBF1-4329-8B51-39CB4FA0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Sign in with email and select the hotel context when prompted.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14654-1823-4DAB-A324-8E6D7889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9D119-E020-48BC-BBF0-C3BDB2BB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47800"/>
            <a:ext cx="624840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5297326354ead"/>
          <a:stretch xmlns:a="http://schemas.openxmlformats.org/drawingml/2006/main"/>
        </p:blipFill>
        <p:spPr>
          <a:xfrm xmlns:a="http://schemas.openxmlformats.org/drawingml/2006/main">
            <a:off x="609600" y="1779984"/>
            <a:ext cx="6191250" cy="3869531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B0805-117C-45AF-9A2D-F2F87AE1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F4C06-C438-40D6-89DE-942A46EC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Enter your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0BC64-317E-457E-BB6F-8DE70A2A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Use the email assigned by the system administrator.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EC6B0-6F2C-42E1-B033-C861C8D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253EC-F525-4446-BD49-4BBD330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0512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Enter your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19958-D896-49E7-A02F-3B87E74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Temporary passwords should be changed after first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6E7EE-718F-410A-9950-CC119CCE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9327E-EB6A-49E2-9B96-3A32D673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0050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Confirm the hotel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BE1C0-7171-4390-974B-BA2E60C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14825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Users see only their authorized hotels. Administrators can view the full portfolio.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11FA6-AC00-4EC8-B865-6811BEC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37502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D8B7C-2B89-474A-B4C7-38A345CD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Management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4D33B-63F1-412A-8714-72C85D65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The opening screen summarizes workload, risk and service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83AA2-B97A-47FF-AA94-DB02559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82E5C-59C0-4C33-8834-178C4B91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52550"/>
            <a:ext cx="7343775" cy="4819650"/>
          </a:xfrm>
          <a:prstGeom xmlns:a="http://schemas.openxmlformats.org/drawingml/2006/main" prst="roundRect">
            <a:avLst>
              <a:gd name="adj" fmla="val 2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955b8c9af41f4"/>
          <a:stretch xmlns:a="http://schemas.openxmlformats.org/drawingml/2006/main"/>
        </p:blipFill>
        <p:spPr>
          <a:xfrm xmlns:a="http://schemas.openxmlformats.org/drawingml/2006/main">
            <a:off x="2547803" y="1381125"/>
            <a:ext cx="3219718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50E14-D8E4-43FE-BC79-026EF304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Read this screen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12D56-DB89-47F9-9512-4E9909F3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Active backlog shows unfinished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Overdue identifies orders past their expected completion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On-time completion and resolution time show service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Use the user filter to review an individual workload.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61F86-40BC-4742-8DCB-FAB5248D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91125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B8E1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DECDF-246B-4FA6-A1F6-15E6991D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054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8E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E9E"/>
                </a:solidFill>
                <a:latin typeface="Arial"/>
                <a:ea typeface="Arial"/>
                <a:cs typeface="Arial"/>
              </a:rPr>
              <a:t>The conclusion highlights the action that needs management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8F1C8-2C62-4C6B-B262-6D21D5C4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990306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8F0FE-59EE-4477-BE36-887CC5AE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Work order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A4F19-E771-42E0-9252-9163344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Search, filter and manage every maintenance request from one 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0CF8C-70EA-4FD6-B451-E785D319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D49E6-7E54-42C9-98D3-87278622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0175"/>
            <a:ext cx="7200900" cy="4581525"/>
          </a:xfrm>
          <a:prstGeom xmlns:a="http://schemas.openxmlformats.org/drawingml/2006/main" prst="roundRect">
            <a:avLst>
              <a:gd name="adj" fmla="val 2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1edf07f0945f2"/>
          <a:stretch xmlns:a="http://schemas.openxmlformats.org/drawingml/2006/main"/>
        </p:blipFill>
        <p:spPr>
          <a:xfrm xmlns:a="http://schemas.openxmlformats.org/drawingml/2006/main">
            <a:off x="522166" y="1428750"/>
            <a:ext cx="7128118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0CF52-855E-4D74-87E8-46A951E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F8326-A87D-47A0-A704-E0408D09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61925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ECA0-B964-44F4-82FB-3D94E3D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3357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Select New Work Order and enter title, location, priority, dates and tasks.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3E7DB-ECC8-423C-AEAE-EBA5DFE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14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9BCFA-73D2-46DB-A839-BCAE251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1462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FF15D-5E2F-4942-AD95-2DBA003E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2895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Use the eye icon for details. Administrators can filter by hotel.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60906-2946-4DE4-A954-8AF568D5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1E0D0-2D26-4869-BB44-56C5BB0C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100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D945B-D66B-4457-9EE4-0A5EB472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2432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Edit the order, manage tasks or open Change Status from the action icons.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1B802-C791-4D2B-9F33-E5B9C28C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05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BF798-02AF-4324-9099-8826E302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0537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Track 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654B8-824A-4DF0-B873-80A838D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21970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Red dates identify overdue work that still needs attention.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8F79D-1A44-40F7-B01F-5466B75E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832798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A04A4-9E65-4DE1-9BAB-A43B604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Tasks and status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8318A-A39B-4EA5-B1D2-E398517F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Each work order contains the specific tasks required to finish the job.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5F1E-8A93-42A7-8618-7B278A17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84464-E4DA-41E7-8073-E943220B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E932-3A9C-4827-8356-8499A40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Task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77335-5EF0-4516-AC0D-6C760A4A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095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Each task has a status and an optional responsible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TO DO means work has not started.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IN PROGRESS identifies active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COMPLETED closes the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CANCELLED records work removed from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2168E-F13E-40ED-A1F9-6B647A4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4000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1D5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C4013-C667-43AB-B00A-0FE62ED0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3872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62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5A00"/>
                </a:solidFill>
                <a:latin typeface="Arial"/>
                <a:ea typeface="Arial"/>
                <a:cs typeface="Arial"/>
              </a:rPr>
              <a:t>A work order can finish only when every task is COMPLETED.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8BCD8-FE48-46B8-ABB1-77F020B5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51435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102D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2F27E-D836-4885-893B-CAC82A1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Header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1DDA4-9B8E-4F57-9141-AB76BB55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00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NEW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ASSIGNED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IN PROGRESS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ON 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COMPLETED or CANCELLED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84DCC-0783-4B8E-8C51-607F19FF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095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selects the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Starting work requires at least one open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Hold requires a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Completion requires a comment and all tasks completed.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60CA9-12D9-42E0-A7CA-8EEF4D6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2088470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9448D-11AD-47BC-A1EE-801BE36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Work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2B6B4-FB7F-4E17-9848-F8F5A45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The board provides a visual view of work by status and hotel.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16D9D-90A0-47F3-89BA-220F0E9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E040D-5605-4E94-9A3B-DC84108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581900" cy="4819650"/>
          </a:xfrm>
          <a:prstGeom xmlns:a="http://schemas.openxmlformats.org/drawingml/2006/main" prst="roundRect">
            <a:avLst>
              <a:gd name="adj" fmla="val 2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3d416c1e247ed"/>
          <a:stretch xmlns:a="http://schemas.openxmlformats.org/drawingml/2006/main"/>
        </p:blipFill>
        <p:spPr>
          <a:xfrm xmlns:a="http://schemas.openxmlformats.org/drawingml/2006/main">
            <a:off x="1259310" y="1381125"/>
            <a:ext cx="5863379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5C213-3563-4AD0-ACFC-8380563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Daily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E8B17-D881-48E5-ABBA-08DF2FA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Filter by hotel when working as an administrator.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Drag a card to the next valid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Click a card to update its tasks and responsible workers.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The card displays pending tasks, total tasks and completion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Card colour matches the status lane.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A7DA6-7EF9-43F4-A376-F0A83B71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82824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E6597-7943-4933-8FFE-17543AD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Locations and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4DE20-A508-4540-A541-FC4575AD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Master records keep work orders consistent and easy to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26B4C-E87D-409D-9677-1BD41721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1DC10-D974-49F1-A043-4B725641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4387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cd650da674555"/>
          <a:stretch xmlns:a="http://schemas.openxmlformats.org/drawingml/2006/main"/>
        </p:blipFill>
        <p:spPr>
          <a:xfrm xmlns:a="http://schemas.openxmlformats.org/drawingml/2006/main">
            <a:off x="523875" y="1721082"/>
            <a:ext cx="5381625" cy="3415837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99098-AB8B-4EFB-AA0F-E2DF9011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43050"/>
            <a:ext cx="54387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4494b47864f6d"/>
          <a:stretch xmlns:a="http://schemas.openxmlformats.org/drawingml/2006/main"/>
        </p:blipFill>
        <p:spPr>
          <a:xfrm xmlns:a="http://schemas.openxmlformats.org/drawingml/2006/main">
            <a:off x="6286500" y="1721082"/>
            <a:ext cx="5381625" cy="3415837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C1A23-5ED8-4A48-BAFC-13FFC73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Locations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E147B-8B2E-4C06-ADA0-ED69AAB8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5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Buildings, floors, rooms and operational areas.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F0DFE-7011-499B-BBA3-3AE632CE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7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Maintenance categories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B2BBE-800E-4FD8-ADE2-1C4E9668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5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Standard work types with default priority and colour.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0FACE-8F47-4460-A246-84140876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71074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BA06-3013-4A31-9363-2647912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9AE60-4795-471E-A9C0-8C4C3CA8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Assets connect maintenance history to hotel equipment.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90788-20CA-4179-B90C-2C6026F3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DB1F3-90D5-4ED0-AC5A-EEF7674E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7153275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491bb00ec4846"/>
          <a:stretch xmlns:a="http://schemas.openxmlformats.org/drawingml/2006/main"/>
        </p:blipFill>
        <p:spPr>
          <a:xfrm xmlns:a="http://schemas.openxmlformats.org/drawingml/2006/main">
            <a:off x="523875" y="1510341"/>
            <a:ext cx="7096125" cy="4504068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21EA7-8BF7-4BDE-B354-308BB2E5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Asset records include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AD9EC-756A-4829-B101-9AD4606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857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Asset tag and name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Hotel location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Maintenance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Manufacturer and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Operational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D8590-15DE-4C5E-803A-B20D89B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04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B8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2883C-6CBB-4B10-99D4-4EB1EAA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006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8E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E9E"/>
                </a:solidFill>
                <a:latin typeface="Arial"/>
                <a:ea typeface="Arial"/>
                <a:cs typeface="Arial"/>
              </a:rPr>
              <a:t>Linking work orders to assets helps identify repeat failures.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396D1-27FE-4B89-AE1D-B170E421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1954142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5A456-5626-4A41-B335-8E6E19F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Daily operating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2519C-721F-4146-918E-5C926EA6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D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CDE3"/>
                </a:solidFill>
                <a:latin typeface="Arial"/>
                <a:ea typeface="Arial"/>
                <a:cs typeface="Arial"/>
              </a:rPr>
              <a:t>A simple sequence for managers and technicians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27838-E56C-4206-BAF2-F0F989A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940B1-E63F-4AAF-97EE-75D8661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Review the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FA2D7-5897-4CFB-B695-811D5F9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1932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Check backlog, overdue work and the management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CD0AA-D7A8-4FBD-A444-EA18B627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AB85C-71E8-42CB-BC14-444E123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050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Open Work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36329-D8EA-40D7-AFA6-E3FFE669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1932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Create new requests and confirm location, dates and task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4D0A-97C3-45C8-8A0A-359CA31C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E862B-BBBF-431E-9B03-33C95CB7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137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Assign and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FDA6A-1599-4D54-AD5E-444C42A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Select the worker, keep at least one task open and move work to IN PROGRESS.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D84C4-C3D4-4C7A-BA38-9BE92F8B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464C5-001A-48A1-9578-DF6CA9C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8137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Update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1174D-C776-4D4B-8502-8425F90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Record progress from the list or by clicking the card in Work 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AF9C0-A272-45DA-A6F4-C76CFE49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EC3BD-A63E-41E4-B271-6F10DF1C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05375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Complete the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A7442-B16D-4E10-8D76-07B683CE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19700"/>
            <a:ext cx="443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Complete every task, add the completion comment and close the work order.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2AABC-0716-408D-A376-995E438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DE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DE3"/>
                </a:solidFill>
                <a:latin typeface="Arial"/>
                <a:ea typeface="Arial"/>
                <a:cs typeface="Arial"/>
              </a:rPr>
              <a:t>HM TaskManager</a:t>
            </a:r>
          </a:p>
        </p:txBody>
      </p:sp>
    </p:spTree>
    <p:extLst>
      <p:ext uri="{BB962C8B-B14F-4D97-AF65-F5344CB8AC3E}">
        <p14:creationId xmlns:p14="http://schemas.microsoft.com/office/powerpoint/2010/main" val="265404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2026-09-04T23:12:13.8290000Z</dcterms:created>
  <dcterms:modified xsi:type="dcterms:W3CDTF">2026-09-04T23:12:13.8290000Z</dcterms:modified>
</coreProperties>
</file>